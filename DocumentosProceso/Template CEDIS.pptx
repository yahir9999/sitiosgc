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60" r:id="rId4"/>
    <p:sldId id="261" r:id="rId5"/>
    <p:sldId id="259" r:id="rId6"/>
    <p:sldId id="262" r:id="rId7"/>
    <p:sldId id="257" r:id="rId8"/>
    <p:sldId id="263" r:id="rId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CD733C-0BAA-45F0-8C53-6A31B6A0F990}" type="datetimeFigureOut">
              <a:rPr lang="es-MX" smtClean="0"/>
              <a:t>26/06/2026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C9341E-3A5C-41E4-A035-245639C186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9125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C25076-7260-46C4-A620-77F378E028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1">
                    <a:lumMod val="50000"/>
                  </a:schemeClr>
                </a:solidFill>
                <a:latin typeface="Bahnschrift SemiBold SemiConden" panose="020B0502040204020203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BE7BBE6-80E1-4D71-9BDA-B1831B86A3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Bahnschrift Light SemiCondensed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00EFDC-5880-4918-9B34-CE4504853D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447CE6-9C80-4CDD-81A9-B88918EF325E}" type="datetime1">
              <a:rPr lang="es-MX" smtClean="0"/>
              <a:t>26/06/2026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14245C-9FD1-4F88-B29D-ACFB758F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s-MX" dirty="0"/>
              <a:t>CENTROS DE DISTRIBUCIÓN VENTO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BD54CB-B036-4D5C-A7B7-00A14277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C07F-4322-4EE9-AA57-3A0C0C13D189}" type="slidenum">
              <a:rPr lang="es-MX" smtClean="0"/>
              <a:t>‹Nº›</a:t>
            </a:fld>
            <a:endParaRPr lang="es-MX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4386C05-E924-43C8-95DE-0EFB4B3484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119" y="4700589"/>
            <a:ext cx="1655761" cy="165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874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D6194B-CD86-43AE-AEEB-220159964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599" cy="1325563"/>
          </a:xfrm>
        </p:spPr>
        <p:txBody>
          <a:bodyPr/>
          <a:lstStyle>
            <a:lvl1pPr algn="l">
              <a:defRPr>
                <a:solidFill>
                  <a:schemeClr val="accent1">
                    <a:lumMod val="50000"/>
                  </a:schemeClr>
                </a:solidFill>
                <a:latin typeface="Bahnschrift SemiBold SemiConden" panose="020B0502040204020203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F0F4C0-54F0-4CDC-8FB0-C640E4AB7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Light SemiCondensed" panose="020B0502040204020203" pitchFamily="34" charset="0"/>
              </a:defRPr>
            </a:lvl1pPr>
            <a:lvl2pPr>
              <a:defRPr>
                <a:latin typeface="Bahnschrift Light SemiCondensed" panose="020B0502040204020203" pitchFamily="34" charset="0"/>
              </a:defRPr>
            </a:lvl2pPr>
            <a:lvl3pPr>
              <a:defRPr>
                <a:latin typeface="Bahnschrift Light SemiCondensed" panose="020B0502040204020203" pitchFamily="34" charset="0"/>
              </a:defRPr>
            </a:lvl3pPr>
            <a:lvl4pPr>
              <a:defRPr>
                <a:latin typeface="Bahnschrift Light SemiCondensed" panose="020B0502040204020203" pitchFamily="34" charset="0"/>
              </a:defRPr>
            </a:lvl4pPr>
            <a:lvl5pPr>
              <a:defRPr>
                <a:latin typeface="Bahnschrift Light SemiCondensed" panose="020B0502040204020203" pitchFamily="34" charset="0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4FC0F8-FA00-4490-9C5F-B9BB481852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8B1E6F-A223-40CE-ADF3-99DA1855EBE5}" type="datetime1">
              <a:rPr lang="es-MX" smtClean="0"/>
              <a:t>26/06/2026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038CF-4460-4021-86DC-12EFFEC70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s-MX" dirty="0"/>
              <a:t>CENTROS DE DISTRIBUCIÓN VENTO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27BC53-534E-4BD7-97F7-D7955701A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>
                <a:solidFill>
                  <a:schemeClr val="bg2">
                    <a:lumMod val="25000"/>
                  </a:schemeClr>
                </a:solidFill>
                <a:latin typeface="Bahnschrift SemiBold SemiConden" panose="020B0502040204020203" pitchFamily="34" charset="0"/>
              </a:defRPr>
            </a:lvl1pPr>
          </a:lstStyle>
          <a:p>
            <a:fld id="{E8C4C07F-4322-4EE9-AA57-3A0C0C13D189}" type="slidenum">
              <a:rPr lang="es-MX" smtClean="0"/>
              <a:pPr/>
              <a:t>‹Nº›</a:t>
            </a:fld>
            <a:endParaRPr lang="es-MX" dirty="0"/>
          </a:p>
        </p:txBody>
      </p:sp>
      <p:sp>
        <p:nvSpPr>
          <p:cNvPr id="13" name="Marcador de pie de página 4">
            <a:extLst>
              <a:ext uri="{FF2B5EF4-FFF2-40B4-BE49-F238E27FC236}">
                <a16:creationId xmlns:a16="http://schemas.microsoft.com/office/drawing/2014/main" id="{9E50ECF4-3F6C-41DC-9235-2B6396D8161B}"/>
              </a:ext>
            </a:extLst>
          </p:cNvPr>
          <p:cNvSpPr txBox="1">
            <a:spLocks/>
          </p:cNvSpPr>
          <p:nvPr userDrawn="1"/>
        </p:nvSpPr>
        <p:spPr>
          <a:xfrm rot="5400000">
            <a:off x="-1960563" y="4532313"/>
            <a:ext cx="4286250" cy="36512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s-MX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/>
            <a:r>
              <a:rPr lang="es-MX" dirty="0">
                <a:solidFill>
                  <a:schemeClr val="bg1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751761369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D6194B-CD86-43AE-AEEB-220159964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599" cy="1325563"/>
          </a:xfrm>
        </p:spPr>
        <p:txBody>
          <a:bodyPr/>
          <a:lstStyle>
            <a:lvl1pPr algn="l">
              <a:defRPr>
                <a:solidFill>
                  <a:schemeClr val="accent1">
                    <a:lumMod val="50000"/>
                  </a:schemeClr>
                </a:solidFill>
                <a:latin typeface="Bahnschrift SemiBold SemiConden" panose="020B0502040204020203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F0F4C0-54F0-4CDC-8FB0-C640E4AB7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Light SemiCondensed" panose="020B0502040204020203" pitchFamily="34" charset="0"/>
              </a:defRPr>
            </a:lvl1pPr>
            <a:lvl2pPr>
              <a:defRPr>
                <a:latin typeface="Bahnschrift Light SemiCondensed" panose="020B0502040204020203" pitchFamily="34" charset="0"/>
              </a:defRPr>
            </a:lvl2pPr>
            <a:lvl3pPr>
              <a:defRPr>
                <a:latin typeface="Bahnschrift Light SemiCondensed" panose="020B0502040204020203" pitchFamily="34" charset="0"/>
              </a:defRPr>
            </a:lvl3pPr>
            <a:lvl4pPr>
              <a:defRPr>
                <a:latin typeface="Bahnschrift Light SemiCondensed" panose="020B0502040204020203" pitchFamily="34" charset="0"/>
              </a:defRPr>
            </a:lvl4pPr>
            <a:lvl5pPr>
              <a:defRPr>
                <a:latin typeface="Bahnschrift Light SemiCondensed" panose="020B0502040204020203" pitchFamily="34" charset="0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27BC53-534E-4BD7-97F7-D7955701A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>
                <a:solidFill>
                  <a:schemeClr val="bg2">
                    <a:lumMod val="25000"/>
                  </a:schemeClr>
                </a:solidFill>
                <a:latin typeface="Bahnschrift SemiBold SemiConden" panose="020B0502040204020203" pitchFamily="34" charset="0"/>
              </a:defRPr>
            </a:lvl1pPr>
          </a:lstStyle>
          <a:p>
            <a:fld id="{E8C4C07F-4322-4EE9-AA57-3A0C0C13D189}" type="slidenum">
              <a:rPr lang="es-MX" smtClean="0"/>
              <a:pPr/>
              <a:t>‹Nº›</a:t>
            </a:fld>
            <a:endParaRPr lang="es-MX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18F81DA3-9A98-474E-A506-9332F12DC45B}"/>
              </a:ext>
            </a:extLst>
          </p:cNvPr>
          <p:cNvSpPr txBox="1">
            <a:spLocks/>
          </p:cNvSpPr>
          <p:nvPr userDrawn="1"/>
        </p:nvSpPr>
        <p:spPr>
          <a:xfrm>
            <a:off x="-1" y="6357938"/>
            <a:ext cx="11525251" cy="363537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s-MX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dirty="0">
                <a:solidFill>
                  <a:schemeClr val="bg1"/>
                </a:solidFill>
              </a:rPr>
              <a:t>CENTROS DE DISTRIBUCIÓN VENTO</a:t>
            </a:r>
          </a:p>
        </p:txBody>
      </p:sp>
    </p:spTree>
    <p:extLst>
      <p:ext uri="{BB962C8B-B14F-4D97-AF65-F5344CB8AC3E}">
        <p14:creationId xmlns:p14="http://schemas.microsoft.com/office/powerpoint/2010/main" val="1763185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D6194B-CD86-43AE-AEEB-220159964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15600" cy="1325563"/>
          </a:xfrm>
        </p:spPr>
        <p:txBody>
          <a:bodyPr/>
          <a:lstStyle>
            <a:lvl1pPr algn="r">
              <a:defRPr>
                <a:solidFill>
                  <a:schemeClr val="accent1">
                    <a:lumMod val="50000"/>
                  </a:schemeClr>
                </a:solidFill>
                <a:latin typeface="Bahnschrift SemiBold SemiConden" panose="020B0502040204020203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F0F4C0-54F0-4CDC-8FB0-C640E4AB7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Light SemiCondensed" panose="020B0502040204020203" pitchFamily="34" charset="0"/>
              </a:defRPr>
            </a:lvl1pPr>
            <a:lvl2pPr>
              <a:defRPr>
                <a:latin typeface="Bahnschrift Light SemiCondensed" panose="020B0502040204020203" pitchFamily="34" charset="0"/>
              </a:defRPr>
            </a:lvl2pPr>
            <a:lvl3pPr>
              <a:defRPr>
                <a:latin typeface="Bahnschrift Light SemiCondensed" panose="020B0502040204020203" pitchFamily="34" charset="0"/>
              </a:defRPr>
            </a:lvl3pPr>
            <a:lvl4pPr>
              <a:defRPr>
                <a:latin typeface="Bahnschrift Light SemiCondensed" panose="020B0502040204020203" pitchFamily="34" charset="0"/>
              </a:defRPr>
            </a:lvl4pPr>
            <a:lvl5pPr>
              <a:defRPr>
                <a:latin typeface="Bahnschrift Light SemiCondensed" panose="020B0502040204020203" pitchFamily="34" charset="0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4FC0F8-FA00-4490-9C5F-B9BB481852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E39B36-0093-45F7-B8CD-31AAE8F4E9AE}" type="datetime1">
              <a:rPr lang="es-MX" smtClean="0"/>
              <a:t>26/06/2026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038CF-4460-4021-86DC-12EFFEC70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s-MX" dirty="0"/>
              <a:t>CENTROS DE DISTRIBUCIÓN VENTO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1408DA2-D5B2-4E68-ACC9-F38FAB67DA2E}"/>
              </a:ext>
            </a:extLst>
          </p:cNvPr>
          <p:cNvSpPr/>
          <p:nvPr userDrawn="1"/>
        </p:nvSpPr>
        <p:spPr>
          <a:xfrm>
            <a:off x="11549400" y="6261100"/>
            <a:ext cx="540000" cy="540000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27BC53-534E-4BD7-97F7-D7955701A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C4C07F-4322-4EE9-AA57-3A0C0C13D189}" type="slidenum">
              <a:rPr lang="es-MX" smtClean="0"/>
              <a:pPr/>
              <a:t>‹Nº›</a:t>
            </a:fld>
            <a:endParaRPr lang="es-MX"/>
          </a:p>
        </p:txBody>
      </p:sp>
      <p:sp>
        <p:nvSpPr>
          <p:cNvPr id="12" name="Marcador de pie de página 4">
            <a:extLst>
              <a:ext uri="{FF2B5EF4-FFF2-40B4-BE49-F238E27FC236}">
                <a16:creationId xmlns:a16="http://schemas.microsoft.com/office/drawing/2014/main" id="{BA50DA98-030D-4907-A89B-714347BE867F}"/>
              </a:ext>
            </a:extLst>
          </p:cNvPr>
          <p:cNvSpPr txBox="1">
            <a:spLocks/>
          </p:cNvSpPr>
          <p:nvPr userDrawn="1"/>
        </p:nvSpPr>
        <p:spPr>
          <a:xfrm rot="5400000">
            <a:off x="33337" y="-33338"/>
            <a:ext cx="771526" cy="838199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s-MX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/>
            <a:r>
              <a:rPr lang="es-MX" dirty="0">
                <a:solidFill>
                  <a:schemeClr val="bg1"/>
                </a:solidFill>
              </a:rPr>
              <a:t>	</a:t>
            </a:r>
          </a:p>
        </p:txBody>
      </p:sp>
      <p:sp>
        <p:nvSpPr>
          <p:cNvPr id="13" name="Marcador de pie de página 4">
            <a:extLst>
              <a:ext uri="{FF2B5EF4-FFF2-40B4-BE49-F238E27FC236}">
                <a16:creationId xmlns:a16="http://schemas.microsoft.com/office/drawing/2014/main" id="{8942FDCD-621C-400A-B2B4-8D9C48DD448F}"/>
              </a:ext>
            </a:extLst>
          </p:cNvPr>
          <p:cNvSpPr txBox="1">
            <a:spLocks/>
          </p:cNvSpPr>
          <p:nvPr userDrawn="1"/>
        </p:nvSpPr>
        <p:spPr>
          <a:xfrm rot="5400000">
            <a:off x="2223294" y="-1385093"/>
            <a:ext cx="230188" cy="3000376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s-MX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/>
            <a:r>
              <a:rPr lang="es-MX" dirty="0">
                <a:solidFill>
                  <a:schemeClr val="bg1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15500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D6194B-CD86-43AE-AEEB-220159964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599" cy="1325563"/>
          </a:xfrm>
        </p:spPr>
        <p:txBody>
          <a:bodyPr/>
          <a:lstStyle>
            <a:lvl1pPr algn="l">
              <a:defRPr>
                <a:solidFill>
                  <a:schemeClr val="accent1">
                    <a:lumMod val="50000"/>
                  </a:schemeClr>
                </a:solidFill>
                <a:latin typeface="Bahnschrift SemiBold SemiConden" panose="020B0502040204020203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F0F4C0-54F0-4CDC-8FB0-C640E4AB7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Light SemiCondensed" panose="020B0502040204020203" pitchFamily="34" charset="0"/>
              </a:defRPr>
            </a:lvl1pPr>
            <a:lvl2pPr>
              <a:defRPr>
                <a:latin typeface="Bahnschrift Light SemiCondensed" panose="020B0502040204020203" pitchFamily="34" charset="0"/>
              </a:defRPr>
            </a:lvl2pPr>
            <a:lvl3pPr>
              <a:defRPr>
                <a:latin typeface="Bahnschrift Light SemiCondensed" panose="020B0502040204020203" pitchFamily="34" charset="0"/>
              </a:defRPr>
            </a:lvl3pPr>
            <a:lvl4pPr>
              <a:defRPr>
                <a:latin typeface="Bahnschrift Light SemiCondensed" panose="020B0502040204020203" pitchFamily="34" charset="0"/>
              </a:defRPr>
            </a:lvl4pPr>
            <a:lvl5pPr>
              <a:defRPr>
                <a:latin typeface="Bahnschrift Light SemiCondensed" panose="020B0502040204020203" pitchFamily="34" charset="0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038CF-4460-4021-86DC-12EFFEC70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s-MX" dirty="0"/>
              <a:t>CENTROS DE DISTRIBUCIÓN VENTO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27BC53-534E-4BD7-97F7-D7955701A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C07F-4322-4EE9-AA57-3A0C0C13D189}" type="slidenum">
              <a:rPr lang="es-MX" smtClean="0"/>
              <a:t>‹Nº›</a:t>
            </a:fld>
            <a:endParaRPr lang="es-MX"/>
          </a:p>
        </p:txBody>
      </p:sp>
      <p:sp>
        <p:nvSpPr>
          <p:cNvPr id="9" name="Marcador de pie de página 4">
            <a:extLst>
              <a:ext uri="{FF2B5EF4-FFF2-40B4-BE49-F238E27FC236}">
                <a16:creationId xmlns:a16="http://schemas.microsoft.com/office/drawing/2014/main" id="{F1497F99-F71C-4B6F-AF92-AFD964EC8689}"/>
              </a:ext>
            </a:extLst>
          </p:cNvPr>
          <p:cNvSpPr txBox="1">
            <a:spLocks/>
          </p:cNvSpPr>
          <p:nvPr userDrawn="1"/>
        </p:nvSpPr>
        <p:spPr>
          <a:xfrm>
            <a:off x="0" y="6357937"/>
            <a:ext cx="4286250" cy="36512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s-MX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>
                <a:solidFill>
                  <a:schemeClr val="bg2">
                    <a:lumMod val="25000"/>
                  </a:schemeClr>
                </a:solidFill>
              </a:rPr>
              <a:t>CENTROS DE DISTRIBUCIÓN VENTO</a:t>
            </a:r>
          </a:p>
        </p:txBody>
      </p:sp>
    </p:spTree>
    <p:extLst>
      <p:ext uri="{BB962C8B-B14F-4D97-AF65-F5344CB8AC3E}">
        <p14:creationId xmlns:p14="http://schemas.microsoft.com/office/powerpoint/2010/main" val="2855806520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DE36F8-7475-44B6-8D54-4AD01781F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Bahnschrift SemiBold SemiConden" panose="020B0502040204020203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84D239-F995-45AE-8B49-9BE101FE0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Bahnschrift Light SemiCondensed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841443-D5A6-4DB3-A444-3B8A3DA287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F804E30-0D7A-4BC6-B35F-4F4EC1602095}" type="datetime1">
              <a:rPr lang="es-MX" smtClean="0"/>
              <a:t>26/06/2026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FA2CC8-764D-4062-810D-B58230E52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s-MX" dirty="0"/>
              <a:t>CENTROS DE DISTRIBUCIÓN VENTO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225C32-28D1-4DEE-8CD3-E36B398DC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C07F-4322-4EE9-AA57-3A0C0C13D189}" type="slidenum">
              <a:rPr lang="es-MX" smtClean="0"/>
              <a:t>‹Nº›</a:t>
            </a:fld>
            <a:endParaRPr lang="es-MX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07FD71B-1750-48AD-9E53-58C67E9C34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0075" y="-340518"/>
            <a:ext cx="4295775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129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AAAF8E-68D8-4568-9F3C-E1CF49DEA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ahnschrift SemiBold SemiConden" panose="020B0502040204020203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83C902-91CC-4EFA-B01C-9EE0C2CBA5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Light SemiCondensed" panose="020B0502040204020203" pitchFamily="34" charset="0"/>
              </a:defRPr>
            </a:lvl1pPr>
            <a:lvl2pPr>
              <a:defRPr>
                <a:latin typeface="Bahnschrift Light SemiCondensed" panose="020B0502040204020203" pitchFamily="34" charset="0"/>
              </a:defRPr>
            </a:lvl2pPr>
            <a:lvl3pPr>
              <a:defRPr>
                <a:latin typeface="Bahnschrift Light SemiCondensed" panose="020B0502040204020203" pitchFamily="34" charset="0"/>
              </a:defRPr>
            </a:lvl3pPr>
            <a:lvl4pPr>
              <a:defRPr>
                <a:latin typeface="Bahnschrift Light SemiCondensed" panose="020B0502040204020203" pitchFamily="34" charset="0"/>
              </a:defRPr>
            </a:lvl4pPr>
            <a:lvl5pPr>
              <a:defRPr>
                <a:latin typeface="Bahnschrift Light SemiCondensed" panose="020B0502040204020203" pitchFamily="34" charset="0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0DD8BA-5686-417C-BB86-5F18A61A4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Bahnschrift Light SemiCondensed" panose="020B0502040204020203" pitchFamily="34" charset="0"/>
              </a:defRPr>
            </a:lvl1pPr>
            <a:lvl2pPr>
              <a:defRPr>
                <a:latin typeface="Bahnschrift Light SemiCondensed" panose="020B0502040204020203" pitchFamily="34" charset="0"/>
              </a:defRPr>
            </a:lvl2pPr>
            <a:lvl3pPr>
              <a:defRPr>
                <a:latin typeface="Bahnschrift Light SemiCondensed" panose="020B0502040204020203" pitchFamily="34" charset="0"/>
              </a:defRPr>
            </a:lvl3pPr>
            <a:lvl4pPr>
              <a:defRPr>
                <a:latin typeface="Bahnschrift Light SemiCondensed" panose="020B0502040204020203" pitchFamily="34" charset="0"/>
              </a:defRPr>
            </a:lvl4pPr>
            <a:lvl5pPr>
              <a:defRPr>
                <a:latin typeface="Bahnschrift Light SemiCondensed" panose="020B0502040204020203" pitchFamily="34" charset="0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C3530B8-BB15-4D71-A9D8-10F8AC8B45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679895-4BE0-4462-9C56-B6DB3A735D82}" type="datetime1">
              <a:rPr lang="es-MX" smtClean="0"/>
              <a:t>26/06/2026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F1C00FC-9521-4D05-BDB9-BED8D2D09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s-MX" dirty="0"/>
              <a:t>CENTROS DE DISTRIBUCIÓN VENTO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2319D55-8E79-4B2C-A769-98A5F8C56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C07F-4322-4EE9-AA57-3A0C0C13D189}" type="slidenum">
              <a:rPr lang="es-MX" smtClean="0"/>
              <a:t>‹Nº›</a:t>
            </a:fld>
            <a:endParaRPr lang="es-MX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4B283B8-CE47-4C55-B9A8-CFB22A3D7C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493" y="1855787"/>
            <a:ext cx="4291013" cy="429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149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2F1EE-75EB-411B-9D73-09C0EBDD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Bahnschrift SemiBold SemiConden" panose="020B0502040204020203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52D669-529B-44CF-9831-DAFA28646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Bahnschrift SemiBold SemiConden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2785DC4-B3A9-4301-94EB-9B27EA3085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Bahnschrift Light SemiCondensed" panose="020B0502040204020203" pitchFamily="34" charset="0"/>
              </a:defRPr>
            </a:lvl1pPr>
            <a:lvl2pPr>
              <a:defRPr>
                <a:latin typeface="Bahnschrift Light SemiCondensed" panose="020B0502040204020203" pitchFamily="34" charset="0"/>
              </a:defRPr>
            </a:lvl2pPr>
            <a:lvl3pPr>
              <a:defRPr>
                <a:latin typeface="Bahnschrift Light SemiCondensed" panose="020B0502040204020203" pitchFamily="34" charset="0"/>
              </a:defRPr>
            </a:lvl3pPr>
            <a:lvl4pPr>
              <a:defRPr>
                <a:latin typeface="Bahnschrift Light SemiCondensed" panose="020B0502040204020203" pitchFamily="34" charset="0"/>
              </a:defRPr>
            </a:lvl4pPr>
            <a:lvl5pPr>
              <a:defRPr>
                <a:latin typeface="Bahnschrift Light SemiCondensed" panose="020B0502040204020203" pitchFamily="34" charset="0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2E90344-E0FF-49DE-8DB0-55F7B3B10F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Bahnschrift SemiBold SemiConden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C977594-9321-47C7-9501-2384DAEDE2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Bahnschrift Light SemiCondensed" panose="020B0502040204020203" pitchFamily="34" charset="0"/>
              </a:defRPr>
            </a:lvl1pPr>
            <a:lvl2pPr>
              <a:defRPr>
                <a:latin typeface="Bahnschrift Light SemiCondensed" panose="020B0502040204020203" pitchFamily="34" charset="0"/>
              </a:defRPr>
            </a:lvl2pPr>
            <a:lvl3pPr>
              <a:defRPr>
                <a:latin typeface="Bahnschrift Light SemiCondensed" panose="020B0502040204020203" pitchFamily="34" charset="0"/>
              </a:defRPr>
            </a:lvl3pPr>
            <a:lvl4pPr>
              <a:defRPr>
                <a:latin typeface="Bahnschrift Light SemiCondensed" panose="020B0502040204020203" pitchFamily="34" charset="0"/>
              </a:defRPr>
            </a:lvl4pPr>
            <a:lvl5pPr>
              <a:defRPr>
                <a:latin typeface="Bahnschrift Light SemiCondensed" panose="020B0502040204020203" pitchFamily="34" charset="0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F88D085-DB4D-40C3-9D5D-BF8EBCE661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155E14-6E7A-42A3-91B3-A61694652052}" type="datetime1">
              <a:rPr lang="es-MX" smtClean="0"/>
              <a:t>26/06/2026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EC8056-2F27-46F9-8869-2E3CBE681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s-MX"/>
              <a:t>CENTROS DE DISTRIBUCIÓN VENTO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B07386F-9B10-4BED-851B-AAAA78D9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C07F-4322-4EE9-AA57-3A0C0C13D189}" type="slidenum">
              <a:rPr lang="es-MX" smtClean="0"/>
              <a:t>‹Nº›</a:t>
            </a:fld>
            <a:endParaRPr lang="es-MX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FDCB32F-E23B-479F-AD42-DAACA81DA8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112" y="1857375"/>
            <a:ext cx="4295775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674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40C19-DFD1-47BA-8171-ABC785280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CEB975A-49B3-4C48-8E38-D4BDEC7DFF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CF4A37-F857-4635-9827-C154B575BC13}" type="datetime1">
              <a:rPr lang="es-MX" smtClean="0"/>
              <a:t>26/06/2026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536D652-51D5-421B-819D-DF96DD0AE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s-MX"/>
              <a:t>CENTROS DE DISTRIBUCIÓN VENTO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C087116-2023-4912-9A6D-A2635D080F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112" y="1852613"/>
            <a:ext cx="4295775" cy="4295775"/>
          </a:xfrm>
          <a:prstGeom prst="rect">
            <a:avLst/>
          </a:prstGeom>
        </p:spPr>
      </p:pic>
      <p:sp>
        <p:nvSpPr>
          <p:cNvPr id="10" name="Elipse 9">
            <a:extLst>
              <a:ext uri="{FF2B5EF4-FFF2-40B4-BE49-F238E27FC236}">
                <a16:creationId xmlns:a16="http://schemas.microsoft.com/office/drawing/2014/main" id="{BBC3163B-3584-412C-A5D4-69DDAEC81EC1}"/>
              </a:ext>
            </a:extLst>
          </p:cNvPr>
          <p:cNvSpPr/>
          <p:nvPr userDrawn="1"/>
        </p:nvSpPr>
        <p:spPr>
          <a:xfrm>
            <a:off x="11549400" y="6261100"/>
            <a:ext cx="540000" cy="540000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9AC003E-DA75-46A0-BEF0-52F8BB747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0675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C4C07F-4322-4EE9-AA57-3A0C0C13D18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34174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40C19-DFD1-47BA-8171-ABC785280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9AC003E-DA75-46A0-BEF0-52F8BB747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C07F-4322-4EE9-AA57-3A0C0C13D189}" type="slidenum">
              <a:rPr lang="es-MX" smtClean="0"/>
              <a:t>‹Nº›</a:t>
            </a:fld>
            <a:endParaRPr lang="es-MX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C087116-2023-4912-9A6D-A2635D080F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112" y="1852613"/>
            <a:ext cx="4295775" cy="4295775"/>
          </a:xfrm>
          <a:prstGeom prst="rect">
            <a:avLst/>
          </a:prstGeom>
        </p:spPr>
      </p:pic>
      <p:sp>
        <p:nvSpPr>
          <p:cNvPr id="7" name="Marcador de pie de página 4">
            <a:extLst>
              <a:ext uri="{FF2B5EF4-FFF2-40B4-BE49-F238E27FC236}">
                <a16:creationId xmlns:a16="http://schemas.microsoft.com/office/drawing/2014/main" id="{0FA6E94E-6E13-4286-A30D-F99529F0E25B}"/>
              </a:ext>
            </a:extLst>
          </p:cNvPr>
          <p:cNvSpPr txBox="1">
            <a:spLocks/>
          </p:cNvSpPr>
          <p:nvPr userDrawn="1"/>
        </p:nvSpPr>
        <p:spPr>
          <a:xfrm>
            <a:off x="-1" y="6357938"/>
            <a:ext cx="11353799" cy="363538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s-MX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s-MX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333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0CEA19A-89DD-455C-BD82-3E6FACAB5C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FA6B34-7E3A-4D00-B7DF-A221F617AA6C}" type="datetime1">
              <a:rPr lang="es-MX" smtClean="0"/>
              <a:t>26/06/2026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116D492-4CF5-46E2-B490-D95350395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s-MX"/>
              <a:t>CENTROS DE DISTRIBUCIÓN VENTO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6F18006-F48C-48D6-8AEB-8CEA0BA3C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C07F-4322-4EE9-AA57-3A0C0C13D189}" type="slidenum">
              <a:rPr lang="es-MX" smtClean="0"/>
              <a:t>‹Nº›</a:t>
            </a:fld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2D31292-953C-459B-9753-C3B0C7DA7C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9725" y="-283368"/>
            <a:ext cx="3228975" cy="3228975"/>
          </a:xfrm>
          <a:prstGeom prst="rect">
            <a:avLst/>
          </a:prstGeom>
        </p:spPr>
      </p:pic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8684CF66-2B8F-4C3A-8F7B-8646B39DC2CE}"/>
              </a:ext>
            </a:extLst>
          </p:cNvPr>
          <p:cNvSpPr txBox="1">
            <a:spLocks/>
          </p:cNvSpPr>
          <p:nvPr userDrawn="1"/>
        </p:nvSpPr>
        <p:spPr>
          <a:xfrm rot="5400000">
            <a:off x="-1960563" y="4532313"/>
            <a:ext cx="4286250" cy="36512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s-MX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/>
            <a:r>
              <a:rPr lang="es-MX" dirty="0">
                <a:solidFill>
                  <a:schemeClr val="bg1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810645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B9AA58-E9CE-4A89-A84A-B0BF73671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Bahnschrift SemiBold SemiConden" panose="020B0502040204020203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06DB9B-638C-48E9-A0A5-A6C08EA74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Bahnschrift Light SemiCondensed" panose="020B0502040204020203" pitchFamily="34" charset="0"/>
              </a:defRPr>
            </a:lvl1pPr>
            <a:lvl2pPr>
              <a:defRPr sz="2800">
                <a:latin typeface="Bahnschrift Light SemiCondensed" panose="020B0502040204020203" pitchFamily="34" charset="0"/>
              </a:defRPr>
            </a:lvl2pPr>
            <a:lvl3pPr>
              <a:defRPr sz="2400">
                <a:latin typeface="Bahnschrift Light SemiCondensed" panose="020B0502040204020203" pitchFamily="34" charset="0"/>
              </a:defRPr>
            </a:lvl3pPr>
            <a:lvl4pPr>
              <a:defRPr sz="2000">
                <a:latin typeface="Bahnschrift Light SemiCondensed" panose="020B0502040204020203" pitchFamily="34" charset="0"/>
              </a:defRPr>
            </a:lvl4pPr>
            <a:lvl5pPr>
              <a:defRPr sz="2000">
                <a:latin typeface="Bahnschrift Light SemiCondensed" panose="020B050204020402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CD99E8-CCFB-4794-89D6-2DE65E0D7B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Bahnschrift Light SemiCondensed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48883BC-0123-4318-900C-43BD73094B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030B9B-8FE6-4083-AF83-D18B704D65E3}" type="datetime1">
              <a:rPr lang="es-MX" smtClean="0"/>
              <a:t>26/06/2026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204C35B-A5E0-4A2F-B8AB-D72B9E1CB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s-MX"/>
              <a:t>CENTROS DE DISTRIBUCIÓN VENTO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A55B0CA-BB13-44D4-9CF3-D6032F09E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C07F-4322-4EE9-AA57-3A0C0C13D189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Marcador de pie de página 4">
            <a:extLst>
              <a:ext uri="{FF2B5EF4-FFF2-40B4-BE49-F238E27FC236}">
                <a16:creationId xmlns:a16="http://schemas.microsoft.com/office/drawing/2014/main" id="{F5A4FD52-FFE8-4510-B4AC-3893AADBC3AB}"/>
              </a:ext>
            </a:extLst>
          </p:cNvPr>
          <p:cNvSpPr txBox="1">
            <a:spLocks/>
          </p:cNvSpPr>
          <p:nvPr userDrawn="1"/>
        </p:nvSpPr>
        <p:spPr>
          <a:xfrm>
            <a:off x="-1" y="6357938"/>
            <a:ext cx="11525251" cy="363537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s-MX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dirty="0">
                <a:solidFill>
                  <a:schemeClr val="bg1"/>
                </a:solidFill>
              </a:rPr>
              <a:t>CENTROS DE DISTRIBUCIÓN VENTO</a:t>
            </a:r>
          </a:p>
        </p:txBody>
      </p:sp>
    </p:spTree>
    <p:extLst>
      <p:ext uri="{BB962C8B-B14F-4D97-AF65-F5344CB8AC3E}">
        <p14:creationId xmlns:p14="http://schemas.microsoft.com/office/powerpoint/2010/main" val="3911654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11671A-56FE-458F-969D-BBA31FF7F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Bahnschrift SemiBold SemiConden" panose="020B0502040204020203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A536F88-95D7-4428-834A-A8715561A8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Bahnschrift Light SemiCondensed" panose="020B050204020402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20B5D9-1C5C-4F13-B36B-B49F05FAE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Bahnschrift Light SemiCondensed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86A4A9-3ACF-4777-AF7B-53ECCB8955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78A5A8-DD2B-4079-86FF-FEDA314FF554}" type="datetime1">
              <a:rPr lang="es-MX" smtClean="0"/>
              <a:t>26/06/2026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5E3BF6-ACF4-4A76-98A4-40C59B5F9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s-MX"/>
              <a:t>CENTROS DE DISTRIBUCIÓN VENTO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FD6FD32-EAB0-43C8-A783-0C516A4B3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C07F-4322-4EE9-AA57-3A0C0C13D18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91283785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61DDC2-7E74-46C5-96E4-641A3FBBF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ahnschrift SemiBold SemiConden" panose="020B0502040204020203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5F1FE4F-99AA-4231-A30A-18E94437B2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Bahnschrift Light SemiCondensed" panose="020B0502040204020203" pitchFamily="34" charset="0"/>
              </a:defRPr>
            </a:lvl1pPr>
            <a:lvl2pPr>
              <a:defRPr>
                <a:latin typeface="Bahnschrift Light SemiCondensed" panose="020B0502040204020203" pitchFamily="34" charset="0"/>
              </a:defRPr>
            </a:lvl2pPr>
            <a:lvl3pPr>
              <a:defRPr>
                <a:latin typeface="Bahnschrift Light SemiCondensed" panose="020B0502040204020203" pitchFamily="34" charset="0"/>
              </a:defRPr>
            </a:lvl3pPr>
            <a:lvl4pPr>
              <a:defRPr>
                <a:latin typeface="Bahnschrift Light SemiCondensed" panose="020B0502040204020203" pitchFamily="34" charset="0"/>
              </a:defRPr>
            </a:lvl4pPr>
            <a:lvl5pPr>
              <a:defRPr>
                <a:latin typeface="Bahnschrift Light SemiCondensed" panose="020B0502040204020203" pitchFamily="34" charset="0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EE6320-0F63-4CFB-B8A0-DC0E0F5D3A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9F359C-F911-4D5D-8D6F-450D7ABCCFBB}" type="datetime1">
              <a:rPr lang="es-MX" smtClean="0"/>
              <a:t>26/06/2026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FBC575-6AA4-457C-9B38-AD8B95E3D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s-MX"/>
              <a:t>CENTROS DE DISTRIBUCIÓN VENTO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35AE59-6F3B-4DD7-9A36-257438067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C07F-4322-4EE9-AA57-3A0C0C13D18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92497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3D89E5A-F66A-47CA-8A8D-9E7448C801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Bahnschrift SemiBold SemiConden" panose="020B0502040204020203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09A9F8E-7D39-4D8B-A290-311C9BC62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Bahnschrift Light SemiCondensed" panose="020B0502040204020203" pitchFamily="34" charset="0"/>
              </a:defRPr>
            </a:lvl1pPr>
            <a:lvl2pPr>
              <a:defRPr>
                <a:latin typeface="Bahnschrift Light SemiCondensed" panose="020B0502040204020203" pitchFamily="34" charset="0"/>
              </a:defRPr>
            </a:lvl2pPr>
            <a:lvl3pPr>
              <a:defRPr>
                <a:latin typeface="Bahnschrift Light SemiCondensed" panose="020B0502040204020203" pitchFamily="34" charset="0"/>
              </a:defRPr>
            </a:lvl3pPr>
            <a:lvl4pPr>
              <a:defRPr>
                <a:latin typeface="Bahnschrift Light SemiCondensed" panose="020B0502040204020203" pitchFamily="34" charset="0"/>
              </a:defRPr>
            </a:lvl4pPr>
            <a:lvl5pPr>
              <a:defRPr>
                <a:latin typeface="Bahnschrift Light SemiCondensed" panose="020B0502040204020203" pitchFamily="34" charset="0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574936-61E0-4555-BA40-006D0745D9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A5D497-DB31-4B33-B959-B9E847726849}" type="datetime1">
              <a:rPr lang="es-MX" smtClean="0"/>
              <a:t>26/06/2026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7460BD-D652-4A2C-8ACF-8453E2700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s-MX"/>
              <a:t>CENTROS DE DISTRIBUCIÓN VENTO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AA361E-F2F4-4ACF-B03D-6118217EA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C07F-4322-4EE9-AA57-3A0C0C13D18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7780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00434E6-22E8-4A69-A017-7A0BCF6FA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2EC0330-06FA-4EE3-942D-BC1931E3C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9F0083-6BC2-483A-B142-551899FD89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80194D-CD98-499C-B50E-01BD9E6A8CD9}" type="datetime1">
              <a:rPr lang="es-MX" smtClean="0"/>
              <a:t>26/06/2026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E91CD6-7A4E-497C-B7FA-7967C6F79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MX"/>
              <a:t>CENTROS DE DISTRIBUCIÓN VENTO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A9E56D-7097-424C-A8E9-BA3635829A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11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2">
                    <a:lumMod val="25000"/>
                  </a:schemeClr>
                </a:solidFill>
                <a:latin typeface="Bahnschrift SemiBold" panose="020B0502040204020203" pitchFamily="34" charset="0"/>
              </a:defRPr>
            </a:lvl1pPr>
          </a:lstStyle>
          <a:p>
            <a:fld id="{E8C4C07F-4322-4EE9-AA57-3A0C0C13D18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3814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0" r:id="rId4"/>
    <p:sldLayoutId id="2147483661" r:id="rId5"/>
    <p:sldLayoutId id="2147483651" r:id="rId6"/>
    <p:sldLayoutId id="2147483652" r:id="rId7"/>
    <p:sldLayoutId id="2147483653" r:id="rId8"/>
    <p:sldLayoutId id="2147483654" r:id="rId9"/>
    <p:sldLayoutId id="2147483663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Bahnschrift SemiBold SemiConden" panose="020B05020402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Bahnschrift Light SemiCondensed" panose="020B05020402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Bahnschrift Light SemiCondensed" panose="020B05020402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Bahnschrift Light SemiCondensed" panose="020B05020402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ahnschrift Light SemiCondensed" panose="020B05020402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ahnschrift Light SemiCondensed" panose="020B05020402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7.png"/><Relationship Id="rId21" Type="http://schemas.openxmlformats.org/officeDocument/2006/relationships/image" Target="../media/image22.svg"/><Relationship Id="rId42" Type="http://schemas.openxmlformats.org/officeDocument/2006/relationships/image" Target="../media/image43.png"/><Relationship Id="rId47" Type="http://schemas.openxmlformats.org/officeDocument/2006/relationships/image" Target="../media/image48.svg"/><Relationship Id="rId63" Type="http://schemas.openxmlformats.org/officeDocument/2006/relationships/image" Target="../media/image64.svg"/><Relationship Id="rId68" Type="http://schemas.openxmlformats.org/officeDocument/2006/relationships/image" Target="../media/image69.png"/><Relationship Id="rId84" Type="http://schemas.openxmlformats.org/officeDocument/2006/relationships/image" Target="../media/image85.png"/><Relationship Id="rId16" Type="http://schemas.openxmlformats.org/officeDocument/2006/relationships/image" Target="../media/image17.png"/><Relationship Id="rId11" Type="http://schemas.openxmlformats.org/officeDocument/2006/relationships/image" Target="../media/image12.svg"/><Relationship Id="rId32" Type="http://schemas.openxmlformats.org/officeDocument/2006/relationships/image" Target="../media/image33.png"/><Relationship Id="rId37" Type="http://schemas.openxmlformats.org/officeDocument/2006/relationships/image" Target="../media/image38.svg"/><Relationship Id="rId53" Type="http://schemas.openxmlformats.org/officeDocument/2006/relationships/image" Target="../media/image54.svg"/><Relationship Id="rId58" Type="http://schemas.openxmlformats.org/officeDocument/2006/relationships/image" Target="../media/image59.png"/><Relationship Id="rId74" Type="http://schemas.openxmlformats.org/officeDocument/2006/relationships/image" Target="../media/image75.png"/><Relationship Id="rId79" Type="http://schemas.openxmlformats.org/officeDocument/2006/relationships/image" Target="../media/image80.svg"/><Relationship Id="rId5" Type="http://schemas.openxmlformats.org/officeDocument/2006/relationships/image" Target="../media/image6.svg"/><Relationship Id="rId19" Type="http://schemas.openxmlformats.org/officeDocument/2006/relationships/image" Target="../media/image2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svg"/><Relationship Id="rId30" Type="http://schemas.openxmlformats.org/officeDocument/2006/relationships/image" Target="../media/image31.png"/><Relationship Id="rId35" Type="http://schemas.openxmlformats.org/officeDocument/2006/relationships/image" Target="../media/image36.svg"/><Relationship Id="rId43" Type="http://schemas.openxmlformats.org/officeDocument/2006/relationships/image" Target="../media/image44.svg"/><Relationship Id="rId48" Type="http://schemas.openxmlformats.org/officeDocument/2006/relationships/image" Target="../media/image49.png"/><Relationship Id="rId56" Type="http://schemas.openxmlformats.org/officeDocument/2006/relationships/image" Target="../media/image57.png"/><Relationship Id="rId64" Type="http://schemas.openxmlformats.org/officeDocument/2006/relationships/image" Target="../media/image65.png"/><Relationship Id="rId69" Type="http://schemas.openxmlformats.org/officeDocument/2006/relationships/image" Target="../media/image70.svg"/><Relationship Id="rId77" Type="http://schemas.openxmlformats.org/officeDocument/2006/relationships/image" Target="../media/image78.svg"/><Relationship Id="rId8" Type="http://schemas.openxmlformats.org/officeDocument/2006/relationships/image" Target="../media/image9.png"/><Relationship Id="rId51" Type="http://schemas.openxmlformats.org/officeDocument/2006/relationships/image" Target="../media/image52.svg"/><Relationship Id="rId72" Type="http://schemas.openxmlformats.org/officeDocument/2006/relationships/image" Target="../media/image73.png"/><Relationship Id="rId80" Type="http://schemas.openxmlformats.org/officeDocument/2006/relationships/image" Target="../media/image81.png"/><Relationship Id="rId85" Type="http://schemas.openxmlformats.org/officeDocument/2006/relationships/image" Target="../media/image86.svg"/><Relationship Id="rId3" Type="http://schemas.openxmlformats.org/officeDocument/2006/relationships/image" Target="../media/image4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5" Type="http://schemas.openxmlformats.org/officeDocument/2006/relationships/image" Target="../media/image26.svg"/><Relationship Id="rId33" Type="http://schemas.openxmlformats.org/officeDocument/2006/relationships/image" Target="../media/image34.svg"/><Relationship Id="rId38" Type="http://schemas.openxmlformats.org/officeDocument/2006/relationships/image" Target="../media/image39.png"/><Relationship Id="rId46" Type="http://schemas.openxmlformats.org/officeDocument/2006/relationships/image" Target="../media/image47.png"/><Relationship Id="rId59" Type="http://schemas.openxmlformats.org/officeDocument/2006/relationships/image" Target="../media/image60.svg"/><Relationship Id="rId67" Type="http://schemas.openxmlformats.org/officeDocument/2006/relationships/image" Target="../media/image68.svg"/><Relationship Id="rId20" Type="http://schemas.openxmlformats.org/officeDocument/2006/relationships/image" Target="../media/image21.png"/><Relationship Id="rId41" Type="http://schemas.openxmlformats.org/officeDocument/2006/relationships/image" Target="../media/image42.svg"/><Relationship Id="rId54" Type="http://schemas.openxmlformats.org/officeDocument/2006/relationships/image" Target="../media/image55.png"/><Relationship Id="rId62" Type="http://schemas.openxmlformats.org/officeDocument/2006/relationships/image" Target="../media/image63.png"/><Relationship Id="rId70" Type="http://schemas.openxmlformats.org/officeDocument/2006/relationships/image" Target="../media/image71.png"/><Relationship Id="rId75" Type="http://schemas.openxmlformats.org/officeDocument/2006/relationships/image" Target="../media/image76.svg"/><Relationship Id="rId83" Type="http://schemas.openxmlformats.org/officeDocument/2006/relationships/image" Target="../media/image84.sv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.pn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28" Type="http://schemas.openxmlformats.org/officeDocument/2006/relationships/image" Target="../media/image29.png"/><Relationship Id="rId36" Type="http://schemas.openxmlformats.org/officeDocument/2006/relationships/image" Target="../media/image37.png"/><Relationship Id="rId49" Type="http://schemas.openxmlformats.org/officeDocument/2006/relationships/image" Target="../media/image50.svg"/><Relationship Id="rId57" Type="http://schemas.openxmlformats.org/officeDocument/2006/relationships/image" Target="../media/image58.svg"/><Relationship Id="rId10" Type="http://schemas.openxmlformats.org/officeDocument/2006/relationships/image" Target="../media/image11.png"/><Relationship Id="rId31" Type="http://schemas.openxmlformats.org/officeDocument/2006/relationships/image" Target="../media/image32.svg"/><Relationship Id="rId44" Type="http://schemas.openxmlformats.org/officeDocument/2006/relationships/image" Target="../media/image45.png"/><Relationship Id="rId52" Type="http://schemas.openxmlformats.org/officeDocument/2006/relationships/image" Target="../media/image53.png"/><Relationship Id="rId60" Type="http://schemas.openxmlformats.org/officeDocument/2006/relationships/image" Target="../media/image61.png"/><Relationship Id="rId65" Type="http://schemas.openxmlformats.org/officeDocument/2006/relationships/image" Target="../media/image66.svg"/><Relationship Id="rId73" Type="http://schemas.openxmlformats.org/officeDocument/2006/relationships/image" Target="../media/image74.svg"/><Relationship Id="rId78" Type="http://schemas.openxmlformats.org/officeDocument/2006/relationships/image" Target="../media/image79.png"/><Relationship Id="rId81" Type="http://schemas.openxmlformats.org/officeDocument/2006/relationships/image" Target="../media/image82.svg"/><Relationship Id="rId86" Type="http://schemas.openxmlformats.org/officeDocument/2006/relationships/image" Target="../media/image87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9" Type="http://schemas.openxmlformats.org/officeDocument/2006/relationships/image" Target="../media/image40.svg"/><Relationship Id="rId34" Type="http://schemas.openxmlformats.org/officeDocument/2006/relationships/image" Target="../media/image35.png"/><Relationship Id="rId50" Type="http://schemas.openxmlformats.org/officeDocument/2006/relationships/image" Target="../media/image51.png"/><Relationship Id="rId55" Type="http://schemas.openxmlformats.org/officeDocument/2006/relationships/image" Target="../media/image56.svg"/><Relationship Id="rId76" Type="http://schemas.openxmlformats.org/officeDocument/2006/relationships/image" Target="../media/image77.png"/><Relationship Id="rId7" Type="http://schemas.openxmlformats.org/officeDocument/2006/relationships/image" Target="../media/image8.svg"/><Relationship Id="rId71" Type="http://schemas.openxmlformats.org/officeDocument/2006/relationships/image" Target="../media/image72.svg"/><Relationship Id="rId2" Type="http://schemas.openxmlformats.org/officeDocument/2006/relationships/image" Target="../media/image3.png"/><Relationship Id="rId29" Type="http://schemas.openxmlformats.org/officeDocument/2006/relationships/image" Target="../media/image30.svg"/><Relationship Id="rId24" Type="http://schemas.openxmlformats.org/officeDocument/2006/relationships/image" Target="../media/image25.png"/><Relationship Id="rId40" Type="http://schemas.openxmlformats.org/officeDocument/2006/relationships/image" Target="../media/image41.png"/><Relationship Id="rId45" Type="http://schemas.openxmlformats.org/officeDocument/2006/relationships/image" Target="../media/image46.svg"/><Relationship Id="rId66" Type="http://schemas.openxmlformats.org/officeDocument/2006/relationships/image" Target="../media/image67.png"/><Relationship Id="rId87" Type="http://schemas.openxmlformats.org/officeDocument/2006/relationships/image" Target="../media/image88.svg"/><Relationship Id="rId61" Type="http://schemas.openxmlformats.org/officeDocument/2006/relationships/image" Target="../media/image62.svg"/><Relationship Id="rId82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3A272A-6B77-4A29-9A03-4CD90E143F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 dirty="0">
              <a:latin typeface="Bahnschrift SemiBold SemiConden" panose="020B0502040204020203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53D708-F93A-4550-82F8-23F3FAB6B2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830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BD30652E-5265-4FD6-A61D-DB0B87366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13" name="Marcador de contenido 12">
            <a:extLst>
              <a:ext uri="{FF2B5EF4-FFF2-40B4-BE49-F238E27FC236}">
                <a16:creationId xmlns:a16="http://schemas.microsoft.com/office/drawing/2014/main" id="{FE77042F-4463-47E5-BEB7-1A354B7B5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577D3E2D-6BC5-4028-8A0D-18C606B29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C07F-4322-4EE9-AA57-3A0C0C13D189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785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BD75B41-7D97-4136-AE21-6C5A555AF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EC4B079-A37E-4B1E-9070-D87AB5137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C07F-4322-4EE9-AA57-3A0C0C13D189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23696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C777B376-F893-41B4-8940-21ED3363F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D4BD7CA0-F02F-4EC9-8EB6-70431C76B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396E3C2-EA25-4A4E-BF33-245F4802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C07F-4322-4EE9-AA57-3A0C0C13D189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912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8BABFB9-6CCF-42D3-8737-A55EDD265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12E3525-ACAA-45D7-9326-542F4833F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7B4B52-ECAB-4F28-89D3-F7FB7A8C6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C07F-4322-4EE9-AA57-3A0C0C13D189}" type="slidenum">
              <a:rPr lang="es-MX" smtClean="0"/>
              <a:t>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6B6713D-8CA7-4B38-8872-7229F0413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/>
              <a:t>CENTROS DE DISTRIBUCIÓN VENTO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87706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1C56CA5-00C0-4C73-A1FD-1C2F7F342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0A25789-9C7C-4C92-AA38-7167318FE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DB2507E-C371-4406-88CC-BABE5E3C5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C07F-4322-4EE9-AA57-3A0C0C13D189}" type="slidenum">
              <a:rPr lang="es-MX" smtClean="0"/>
              <a:pPr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3051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08A566A9-08A6-468A-8469-B3989A06D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B9C09C60-A8C7-4232-95C1-03C26F5DA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CED2C600-BDF9-4D1A-8AB2-E4846CE7B62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90F93E8B-AFB8-40B5-AEED-C50E6704EC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0D7F2A0C-D37C-4A24-974B-4EC8F6187FB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F9DD7E87-43EC-4014-B88F-98CC447FB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C07F-4322-4EE9-AA57-3A0C0C13D189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09658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BD75B41-7D97-4136-AE21-6C5A555AF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ICONOS 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EC4B079-A37E-4B1E-9070-D87AB5137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C07F-4322-4EE9-AA57-3A0C0C13D189}" type="slidenum">
              <a:rPr lang="es-MX" smtClean="0"/>
              <a:t>8</a:t>
            </a:fld>
            <a:endParaRPr lang="es-MX"/>
          </a:p>
        </p:txBody>
      </p:sp>
      <p:pic>
        <p:nvPicPr>
          <p:cNvPr id="3" name="Gráfico 2" descr="Diana">
            <a:extLst>
              <a:ext uri="{FF2B5EF4-FFF2-40B4-BE49-F238E27FC236}">
                <a16:creationId xmlns:a16="http://schemas.microsoft.com/office/drawing/2014/main" id="{541F6D66-AD95-4750-976B-678AFB4528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11950" y="1967794"/>
            <a:ext cx="540000" cy="540000"/>
          </a:xfrm>
          <a:prstGeom prst="rect">
            <a:avLst/>
          </a:prstGeom>
        </p:spPr>
      </p:pic>
      <p:pic>
        <p:nvPicPr>
          <p:cNvPr id="7" name="Gráfico 6" descr="Reloj de arena">
            <a:extLst>
              <a:ext uri="{FF2B5EF4-FFF2-40B4-BE49-F238E27FC236}">
                <a16:creationId xmlns:a16="http://schemas.microsoft.com/office/drawing/2014/main" id="{6B49D7E6-2048-4F10-84AF-0580E722E0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0674" y="2943519"/>
            <a:ext cx="540000" cy="540000"/>
          </a:xfrm>
          <a:prstGeom prst="rect">
            <a:avLst/>
          </a:prstGeom>
        </p:spPr>
      </p:pic>
      <p:pic>
        <p:nvPicPr>
          <p:cNvPr id="9" name="Gráfico 8" descr="Usuarios">
            <a:extLst>
              <a:ext uri="{FF2B5EF4-FFF2-40B4-BE49-F238E27FC236}">
                <a16:creationId xmlns:a16="http://schemas.microsoft.com/office/drawing/2014/main" id="{CB3D9334-5AE6-4F44-88AB-413963AADE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00674" y="3571875"/>
            <a:ext cx="720000" cy="720000"/>
          </a:xfrm>
          <a:prstGeom prst="rect">
            <a:avLst/>
          </a:prstGeom>
        </p:spPr>
      </p:pic>
      <p:pic>
        <p:nvPicPr>
          <p:cNvPr id="11" name="Gráfico 10" descr="Camión">
            <a:extLst>
              <a:ext uri="{FF2B5EF4-FFF2-40B4-BE49-F238E27FC236}">
                <a16:creationId xmlns:a16="http://schemas.microsoft.com/office/drawing/2014/main" id="{6AE34EEE-5138-4F09-A9B3-C66ADBA5ED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60935" y="2737088"/>
            <a:ext cx="720000" cy="720000"/>
          </a:xfrm>
          <a:prstGeom prst="rect">
            <a:avLst/>
          </a:prstGeom>
        </p:spPr>
      </p:pic>
      <p:pic>
        <p:nvPicPr>
          <p:cNvPr id="13" name="Gráfico 12" descr="Motocicleta">
            <a:extLst>
              <a:ext uri="{FF2B5EF4-FFF2-40B4-BE49-F238E27FC236}">
                <a16:creationId xmlns:a16="http://schemas.microsoft.com/office/drawing/2014/main" id="{91D4AA67-FBB3-4047-B542-0D1486FFC6D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22339" y="1886160"/>
            <a:ext cx="720000" cy="720000"/>
          </a:xfrm>
          <a:prstGeom prst="rect">
            <a:avLst/>
          </a:prstGeom>
        </p:spPr>
      </p:pic>
      <p:pic>
        <p:nvPicPr>
          <p:cNvPr id="15" name="Gráfico 14" descr="Smartphone">
            <a:extLst>
              <a:ext uri="{FF2B5EF4-FFF2-40B4-BE49-F238E27FC236}">
                <a16:creationId xmlns:a16="http://schemas.microsoft.com/office/drawing/2014/main" id="{3358E3A0-1935-4334-9192-522F7F0AB7D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12630" y="4631682"/>
            <a:ext cx="720000" cy="720000"/>
          </a:xfrm>
          <a:prstGeom prst="rect">
            <a:avLst/>
          </a:prstGeom>
        </p:spPr>
      </p:pic>
      <p:pic>
        <p:nvPicPr>
          <p:cNvPr id="17" name="Gráfico 16" descr="Advertencia">
            <a:extLst>
              <a:ext uri="{FF2B5EF4-FFF2-40B4-BE49-F238E27FC236}">
                <a16:creationId xmlns:a16="http://schemas.microsoft.com/office/drawing/2014/main" id="{4EFD4E52-291F-4C91-AB1E-8457E79FD1F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40574" y="4494900"/>
            <a:ext cx="720000" cy="720000"/>
          </a:xfrm>
          <a:prstGeom prst="rect">
            <a:avLst/>
          </a:prstGeom>
        </p:spPr>
      </p:pic>
      <p:pic>
        <p:nvPicPr>
          <p:cNvPr id="19" name="Gráfico 18" descr="Señal de negación">
            <a:extLst>
              <a:ext uri="{FF2B5EF4-FFF2-40B4-BE49-F238E27FC236}">
                <a16:creationId xmlns:a16="http://schemas.microsoft.com/office/drawing/2014/main" id="{EC198F08-2A10-4917-BD5C-5E7BAD01BF4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290470" y="3780163"/>
            <a:ext cx="720000" cy="720000"/>
          </a:xfrm>
          <a:prstGeom prst="rect">
            <a:avLst/>
          </a:prstGeom>
        </p:spPr>
      </p:pic>
      <p:pic>
        <p:nvPicPr>
          <p:cNvPr id="21" name="Gráfico 20" descr="Prohibido">
            <a:extLst>
              <a:ext uri="{FF2B5EF4-FFF2-40B4-BE49-F238E27FC236}">
                <a16:creationId xmlns:a16="http://schemas.microsoft.com/office/drawing/2014/main" id="{201F1085-535B-437F-9661-BB162976C12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540574" y="5364706"/>
            <a:ext cx="720000" cy="720000"/>
          </a:xfrm>
          <a:prstGeom prst="rect">
            <a:avLst/>
          </a:prstGeom>
        </p:spPr>
      </p:pic>
      <p:pic>
        <p:nvPicPr>
          <p:cNvPr id="23" name="Gráfico 22" descr="Pulgares hacia arriba">
            <a:extLst>
              <a:ext uri="{FF2B5EF4-FFF2-40B4-BE49-F238E27FC236}">
                <a16:creationId xmlns:a16="http://schemas.microsoft.com/office/drawing/2014/main" id="{F53DB8F7-1AF5-4F66-B609-FD18A985A77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881326" y="1508888"/>
            <a:ext cx="720000" cy="720000"/>
          </a:xfrm>
          <a:prstGeom prst="rect">
            <a:avLst/>
          </a:prstGeom>
        </p:spPr>
      </p:pic>
      <p:pic>
        <p:nvPicPr>
          <p:cNvPr id="25" name="Gráfico 24" descr="Cámara de seguridad">
            <a:extLst>
              <a:ext uri="{FF2B5EF4-FFF2-40B4-BE49-F238E27FC236}">
                <a16:creationId xmlns:a16="http://schemas.microsoft.com/office/drawing/2014/main" id="{047FDE4C-3348-4920-8709-6614E6F994B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800799" y="3532247"/>
            <a:ext cx="720000" cy="720000"/>
          </a:xfrm>
          <a:prstGeom prst="rect">
            <a:avLst/>
          </a:prstGeom>
        </p:spPr>
      </p:pic>
      <p:pic>
        <p:nvPicPr>
          <p:cNvPr id="27" name="Gráfico 26" descr="Candado">
            <a:extLst>
              <a:ext uri="{FF2B5EF4-FFF2-40B4-BE49-F238E27FC236}">
                <a16:creationId xmlns:a16="http://schemas.microsoft.com/office/drawing/2014/main" id="{73220CB1-5919-4FFA-8C48-8AD7A049D9C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353373" y="5430206"/>
            <a:ext cx="720000" cy="720000"/>
          </a:xfrm>
          <a:prstGeom prst="rect">
            <a:avLst/>
          </a:prstGeom>
        </p:spPr>
      </p:pic>
      <p:pic>
        <p:nvPicPr>
          <p:cNvPr id="29" name="Gráfico 28" descr="Camisa">
            <a:extLst>
              <a:ext uri="{FF2B5EF4-FFF2-40B4-BE49-F238E27FC236}">
                <a16:creationId xmlns:a16="http://schemas.microsoft.com/office/drawing/2014/main" id="{1EBDB141-8BAA-45D7-A25E-B51DF72E1E3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150860" y="3924706"/>
            <a:ext cx="720000" cy="720000"/>
          </a:xfrm>
          <a:prstGeom prst="rect">
            <a:avLst/>
          </a:prstGeom>
        </p:spPr>
      </p:pic>
      <p:pic>
        <p:nvPicPr>
          <p:cNvPr id="31" name="Gráfico 30" descr="Pantalones">
            <a:extLst>
              <a:ext uri="{FF2B5EF4-FFF2-40B4-BE49-F238E27FC236}">
                <a16:creationId xmlns:a16="http://schemas.microsoft.com/office/drawing/2014/main" id="{5AE3ABED-2EDC-43E4-9EC2-F3DB8285730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760935" y="5298647"/>
            <a:ext cx="720000" cy="720000"/>
          </a:xfrm>
          <a:prstGeom prst="rect">
            <a:avLst/>
          </a:prstGeom>
        </p:spPr>
      </p:pic>
      <p:pic>
        <p:nvPicPr>
          <p:cNvPr id="33" name="Gráfico 32" descr="Flujo de trabajo">
            <a:extLst>
              <a:ext uri="{FF2B5EF4-FFF2-40B4-BE49-F238E27FC236}">
                <a16:creationId xmlns:a16="http://schemas.microsoft.com/office/drawing/2014/main" id="{1D140549-9E92-4EBE-9F79-49828177152B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800799" y="4464900"/>
            <a:ext cx="720000" cy="720000"/>
          </a:xfrm>
          <a:prstGeom prst="rect">
            <a:avLst/>
          </a:prstGeom>
        </p:spPr>
      </p:pic>
      <p:pic>
        <p:nvPicPr>
          <p:cNvPr id="35" name="Gráfico 34" descr="Ir en bicicleta con personas">
            <a:extLst>
              <a:ext uri="{FF2B5EF4-FFF2-40B4-BE49-F238E27FC236}">
                <a16:creationId xmlns:a16="http://schemas.microsoft.com/office/drawing/2014/main" id="{36970D8C-F506-4F95-B980-E43515EA0C96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150860" y="4761562"/>
            <a:ext cx="720000" cy="720000"/>
          </a:xfrm>
          <a:prstGeom prst="rect">
            <a:avLst/>
          </a:prstGeom>
        </p:spPr>
      </p:pic>
      <p:pic>
        <p:nvPicPr>
          <p:cNvPr id="37" name="Gráfico 36" descr="Pirámide con niveles">
            <a:extLst>
              <a:ext uri="{FF2B5EF4-FFF2-40B4-BE49-F238E27FC236}">
                <a16:creationId xmlns:a16="http://schemas.microsoft.com/office/drawing/2014/main" id="{EF52570D-600A-4D86-BA23-56FB903376D3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3995511" y="2012794"/>
            <a:ext cx="720000" cy="720000"/>
          </a:xfrm>
          <a:prstGeom prst="rect">
            <a:avLst/>
          </a:prstGeom>
        </p:spPr>
      </p:pic>
      <p:pic>
        <p:nvPicPr>
          <p:cNvPr id="39" name="Gráfico 38" descr="Transferencia">
            <a:extLst>
              <a:ext uri="{FF2B5EF4-FFF2-40B4-BE49-F238E27FC236}">
                <a16:creationId xmlns:a16="http://schemas.microsoft.com/office/drawing/2014/main" id="{6D147B55-6B24-4851-845A-0DFECFB2D7C6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9881326" y="2340163"/>
            <a:ext cx="720000" cy="720000"/>
          </a:xfrm>
          <a:prstGeom prst="rect">
            <a:avLst/>
          </a:prstGeom>
        </p:spPr>
      </p:pic>
      <p:pic>
        <p:nvPicPr>
          <p:cNvPr id="41" name="Gráfico 40" descr="Círculo con flecha derecha">
            <a:extLst>
              <a:ext uri="{FF2B5EF4-FFF2-40B4-BE49-F238E27FC236}">
                <a16:creationId xmlns:a16="http://schemas.microsoft.com/office/drawing/2014/main" id="{9C48477F-4367-4E1A-B701-31F7F7BFE509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4970812" y="1330688"/>
            <a:ext cx="720000" cy="720000"/>
          </a:xfrm>
          <a:prstGeom prst="rect">
            <a:avLst/>
          </a:prstGeom>
        </p:spPr>
      </p:pic>
      <p:pic>
        <p:nvPicPr>
          <p:cNvPr id="43" name="Gráfico 42" descr="Gráfico de decisión">
            <a:extLst>
              <a:ext uri="{FF2B5EF4-FFF2-40B4-BE49-F238E27FC236}">
                <a16:creationId xmlns:a16="http://schemas.microsoft.com/office/drawing/2014/main" id="{F8ADA2A9-ADC7-4EFD-BCCD-B3C165C4D7F9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3983697" y="2840447"/>
            <a:ext cx="720000" cy="720000"/>
          </a:xfrm>
          <a:prstGeom prst="rect">
            <a:avLst/>
          </a:prstGeom>
        </p:spPr>
      </p:pic>
      <p:pic>
        <p:nvPicPr>
          <p:cNvPr id="45" name="Gráfico 44" descr="Círculos con líneas">
            <a:extLst>
              <a:ext uri="{FF2B5EF4-FFF2-40B4-BE49-F238E27FC236}">
                <a16:creationId xmlns:a16="http://schemas.microsoft.com/office/drawing/2014/main" id="{EF9B8D5B-ABC7-4436-BF1D-933D0004E5EB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3995511" y="5560357"/>
            <a:ext cx="720000" cy="720000"/>
          </a:xfrm>
          <a:prstGeom prst="rect">
            <a:avLst/>
          </a:prstGeom>
        </p:spPr>
      </p:pic>
      <p:pic>
        <p:nvPicPr>
          <p:cNvPr id="47" name="Gráfico 46" descr="Carpeta abierta">
            <a:extLst>
              <a:ext uri="{FF2B5EF4-FFF2-40B4-BE49-F238E27FC236}">
                <a16:creationId xmlns:a16="http://schemas.microsoft.com/office/drawing/2014/main" id="{1AC864F2-8C19-4978-A22C-9CE6B2A23360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4026752" y="3882553"/>
            <a:ext cx="720000" cy="720000"/>
          </a:xfrm>
          <a:prstGeom prst="rect">
            <a:avLst/>
          </a:prstGeom>
        </p:spPr>
      </p:pic>
      <p:pic>
        <p:nvPicPr>
          <p:cNvPr id="49" name="Gráfico 48" descr="Reseña de cliente RTL">
            <a:extLst>
              <a:ext uri="{FF2B5EF4-FFF2-40B4-BE49-F238E27FC236}">
                <a16:creationId xmlns:a16="http://schemas.microsoft.com/office/drawing/2014/main" id="{CBDB60B8-EEB8-4EE7-8C00-966FFDBE7456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8588327" y="1664548"/>
            <a:ext cx="720000" cy="720000"/>
          </a:xfrm>
          <a:prstGeom prst="rect">
            <a:avLst/>
          </a:prstGeom>
        </p:spPr>
      </p:pic>
      <p:pic>
        <p:nvPicPr>
          <p:cNvPr id="51" name="Gráfico 50" descr="Red de usuarios">
            <a:extLst>
              <a:ext uri="{FF2B5EF4-FFF2-40B4-BE49-F238E27FC236}">
                <a16:creationId xmlns:a16="http://schemas.microsoft.com/office/drawing/2014/main" id="{78BF1064-3492-407F-A54B-00F4B0DC6AAD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5076581" y="4644706"/>
            <a:ext cx="720000" cy="720000"/>
          </a:xfrm>
          <a:prstGeom prst="rect">
            <a:avLst/>
          </a:prstGeom>
        </p:spPr>
      </p:pic>
      <p:pic>
        <p:nvPicPr>
          <p:cNvPr id="53" name="Gráfico 52" descr="Jerarquía">
            <a:extLst>
              <a:ext uri="{FF2B5EF4-FFF2-40B4-BE49-F238E27FC236}">
                <a16:creationId xmlns:a16="http://schemas.microsoft.com/office/drawing/2014/main" id="{E2A67683-AB8C-4C0F-AC59-A0542AE0CDC0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5077389" y="3911682"/>
            <a:ext cx="720000" cy="720000"/>
          </a:xfrm>
          <a:prstGeom prst="rect">
            <a:avLst/>
          </a:prstGeom>
        </p:spPr>
      </p:pic>
      <p:pic>
        <p:nvPicPr>
          <p:cNvPr id="55" name="Gráfico 54" descr="Calendario diario">
            <a:extLst>
              <a:ext uri="{FF2B5EF4-FFF2-40B4-BE49-F238E27FC236}">
                <a16:creationId xmlns:a16="http://schemas.microsoft.com/office/drawing/2014/main" id="{6A16F866-E5F9-4CE8-9C86-8ED551D042D3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4022248" y="4734900"/>
            <a:ext cx="720000" cy="720000"/>
          </a:xfrm>
          <a:prstGeom prst="rect">
            <a:avLst/>
          </a:prstGeom>
        </p:spPr>
      </p:pic>
      <p:pic>
        <p:nvPicPr>
          <p:cNvPr id="57" name="Gráfico 56" descr="Marca de verificación">
            <a:extLst>
              <a:ext uri="{FF2B5EF4-FFF2-40B4-BE49-F238E27FC236}">
                <a16:creationId xmlns:a16="http://schemas.microsoft.com/office/drawing/2014/main" id="{A5213A8B-EFDC-41F6-B332-761E121385C5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5090024" y="2177794"/>
            <a:ext cx="720000" cy="720000"/>
          </a:xfrm>
          <a:prstGeom prst="rect">
            <a:avLst/>
          </a:prstGeom>
        </p:spPr>
      </p:pic>
      <p:pic>
        <p:nvPicPr>
          <p:cNvPr id="59" name="Gráfico 58" descr="Cerrar">
            <a:extLst>
              <a:ext uri="{FF2B5EF4-FFF2-40B4-BE49-F238E27FC236}">
                <a16:creationId xmlns:a16="http://schemas.microsoft.com/office/drawing/2014/main" id="{5B091C2B-E31D-4333-903F-00E73BE37D88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5057154" y="5412875"/>
            <a:ext cx="720000" cy="720000"/>
          </a:xfrm>
          <a:prstGeom prst="rect">
            <a:avLst/>
          </a:prstGeom>
        </p:spPr>
      </p:pic>
      <p:pic>
        <p:nvPicPr>
          <p:cNvPr id="61" name="Gráfico 60" descr="Herramientas de minería">
            <a:extLst>
              <a:ext uri="{FF2B5EF4-FFF2-40B4-BE49-F238E27FC236}">
                <a16:creationId xmlns:a16="http://schemas.microsoft.com/office/drawing/2014/main" id="{1E8C4B28-38E4-4EF5-BADA-98EDFE963EB0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9969602" y="3324900"/>
            <a:ext cx="720000" cy="720000"/>
          </a:xfrm>
          <a:prstGeom prst="rect">
            <a:avLst/>
          </a:prstGeom>
        </p:spPr>
      </p:pic>
      <p:pic>
        <p:nvPicPr>
          <p:cNvPr id="63" name="Gráfico 62" descr="Pincel grande">
            <a:extLst>
              <a:ext uri="{FF2B5EF4-FFF2-40B4-BE49-F238E27FC236}">
                <a16:creationId xmlns:a16="http://schemas.microsoft.com/office/drawing/2014/main" id="{8839889C-0DD1-4FF8-9AFA-9D26E7C1073C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5090024" y="3035700"/>
            <a:ext cx="720000" cy="720000"/>
          </a:xfrm>
          <a:prstGeom prst="rect">
            <a:avLst/>
          </a:prstGeom>
        </p:spPr>
      </p:pic>
      <p:pic>
        <p:nvPicPr>
          <p:cNvPr id="65" name="Gráfico 64" descr="Cono de tráfico">
            <a:extLst>
              <a:ext uri="{FF2B5EF4-FFF2-40B4-BE49-F238E27FC236}">
                <a16:creationId xmlns:a16="http://schemas.microsoft.com/office/drawing/2014/main" id="{3CD7C50A-0A44-4EFF-A152-F1E0CDBB63B5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6119175" y="2223519"/>
            <a:ext cx="720000" cy="720000"/>
          </a:xfrm>
          <a:prstGeom prst="rect">
            <a:avLst/>
          </a:prstGeom>
        </p:spPr>
      </p:pic>
      <p:pic>
        <p:nvPicPr>
          <p:cNvPr id="67" name="Gráfico 66" descr="Llave inglesa">
            <a:extLst>
              <a:ext uri="{FF2B5EF4-FFF2-40B4-BE49-F238E27FC236}">
                <a16:creationId xmlns:a16="http://schemas.microsoft.com/office/drawing/2014/main" id="{EFA0B942-9E85-4F17-9393-502979C2AE9E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6186636" y="1390264"/>
            <a:ext cx="720000" cy="720000"/>
          </a:xfrm>
          <a:prstGeom prst="rect">
            <a:avLst/>
          </a:prstGeom>
        </p:spPr>
      </p:pic>
      <p:pic>
        <p:nvPicPr>
          <p:cNvPr id="69" name="Gráfico 68" descr="Hombre">
            <a:extLst>
              <a:ext uri="{FF2B5EF4-FFF2-40B4-BE49-F238E27FC236}">
                <a16:creationId xmlns:a16="http://schemas.microsoft.com/office/drawing/2014/main" id="{24635D46-2F3A-454D-A086-C2D1F58AA032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8626839" y="3632794"/>
            <a:ext cx="720000" cy="720000"/>
          </a:xfrm>
          <a:prstGeom prst="rect">
            <a:avLst/>
          </a:prstGeom>
        </p:spPr>
      </p:pic>
      <p:pic>
        <p:nvPicPr>
          <p:cNvPr id="71" name="Gráfico 70" descr="Mujer">
            <a:extLst>
              <a:ext uri="{FF2B5EF4-FFF2-40B4-BE49-F238E27FC236}">
                <a16:creationId xmlns:a16="http://schemas.microsoft.com/office/drawing/2014/main" id="{A608E6F7-610E-4623-91E8-B4F8D5999518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8588327" y="2632694"/>
            <a:ext cx="720000" cy="720000"/>
          </a:xfrm>
          <a:prstGeom prst="rect">
            <a:avLst/>
          </a:prstGeom>
        </p:spPr>
      </p:pic>
      <p:pic>
        <p:nvPicPr>
          <p:cNvPr id="73" name="Gráfico 72" descr="Hoja">
            <a:extLst>
              <a:ext uri="{FF2B5EF4-FFF2-40B4-BE49-F238E27FC236}">
                <a16:creationId xmlns:a16="http://schemas.microsoft.com/office/drawing/2014/main" id="{C1FC6255-9CBE-4AEF-A591-0F26C97D491D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6131361" y="2992694"/>
            <a:ext cx="720000" cy="720000"/>
          </a:xfrm>
          <a:prstGeom prst="rect">
            <a:avLst/>
          </a:prstGeom>
        </p:spPr>
      </p:pic>
      <p:pic>
        <p:nvPicPr>
          <p:cNvPr id="75" name="Gráfico 74" descr="Edificio">
            <a:extLst>
              <a:ext uri="{FF2B5EF4-FFF2-40B4-BE49-F238E27FC236}">
                <a16:creationId xmlns:a16="http://schemas.microsoft.com/office/drawing/2014/main" id="{53DB1777-95E4-492E-A85F-6F3BB2A64AB4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9969602" y="4434300"/>
            <a:ext cx="720000" cy="720000"/>
          </a:xfrm>
          <a:prstGeom prst="rect">
            <a:avLst/>
          </a:prstGeom>
        </p:spPr>
      </p:pic>
      <p:pic>
        <p:nvPicPr>
          <p:cNvPr id="77" name="Gráfico 76" descr="Fábrica">
            <a:extLst>
              <a:ext uri="{FF2B5EF4-FFF2-40B4-BE49-F238E27FC236}">
                <a16:creationId xmlns:a16="http://schemas.microsoft.com/office/drawing/2014/main" id="{C46E5EAD-B986-4FDD-9993-B1CF58B961D4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6170615" y="5378993"/>
            <a:ext cx="720000" cy="720000"/>
          </a:xfrm>
          <a:prstGeom prst="rect">
            <a:avLst/>
          </a:prstGeom>
        </p:spPr>
      </p:pic>
      <p:pic>
        <p:nvPicPr>
          <p:cNvPr id="79" name="Gráfico 78" descr="Discurso">
            <a:extLst>
              <a:ext uri="{FF2B5EF4-FFF2-40B4-BE49-F238E27FC236}">
                <a16:creationId xmlns:a16="http://schemas.microsoft.com/office/drawing/2014/main" id="{04B89BBF-6FC7-4E61-AE51-E27C09ACF34F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7290470" y="1427794"/>
            <a:ext cx="720000" cy="720000"/>
          </a:xfrm>
          <a:prstGeom prst="rect">
            <a:avLst/>
          </a:prstGeom>
        </p:spPr>
      </p:pic>
      <p:pic>
        <p:nvPicPr>
          <p:cNvPr id="81" name="Gráfico 80" descr="Chat RTL">
            <a:extLst>
              <a:ext uri="{FF2B5EF4-FFF2-40B4-BE49-F238E27FC236}">
                <a16:creationId xmlns:a16="http://schemas.microsoft.com/office/drawing/2014/main" id="{F2084029-33CD-4E22-9C1D-A8335B9702CE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8626839" y="5528135"/>
            <a:ext cx="720000" cy="720000"/>
          </a:xfrm>
          <a:prstGeom prst="rect">
            <a:avLst/>
          </a:prstGeom>
        </p:spPr>
      </p:pic>
      <p:pic>
        <p:nvPicPr>
          <p:cNvPr id="83" name="Gráfico 82" descr="Descargar">
            <a:extLst>
              <a:ext uri="{FF2B5EF4-FFF2-40B4-BE49-F238E27FC236}">
                <a16:creationId xmlns:a16="http://schemas.microsoft.com/office/drawing/2014/main" id="{1829562E-FAE8-46C6-BCCD-3202188C06DA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8642814" y="4673875"/>
            <a:ext cx="720000" cy="720000"/>
          </a:xfrm>
          <a:prstGeom prst="rect">
            <a:avLst/>
          </a:prstGeom>
        </p:spPr>
      </p:pic>
      <p:pic>
        <p:nvPicPr>
          <p:cNvPr id="85" name="Gráfico 84" descr="Descargar desde la nube">
            <a:extLst>
              <a:ext uri="{FF2B5EF4-FFF2-40B4-BE49-F238E27FC236}">
                <a16:creationId xmlns:a16="http://schemas.microsoft.com/office/drawing/2014/main" id="{A360ED68-309E-4194-81EB-0E98436FE320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7217500" y="2161592"/>
            <a:ext cx="720000" cy="720000"/>
          </a:xfrm>
          <a:prstGeom prst="rect">
            <a:avLst/>
          </a:prstGeom>
        </p:spPr>
      </p:pic>
      <p:pic>
        <p:nvPicPr>
          <p:cNvPr id="87" name="Gráfico 86" descr="Chat">
            <a:extLst>
              <a:ext uri="{FF2B5EF4-FFF2-40B4-BE49-F238E27FC236}">
                <a16:creationId xmlns:a16="http://schemas.microsoft.com/office/drawing/2014/main" id="{AE1A97E3-107C-48AE-A18C-2DC5259B540C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7245152" y="2895390"/>
            <a:ext cx="720000" cy="720000"/>
          </a:xfrm>
          <a:prstGeom prst="rect">
            <a:avLst/>
          </a:prstGeom>
        </p:spPr>
      </p:pic>
      <p:pic>
        <p:nvPicPr>
          <p:cNvPr id="89" name="Gráfico 88" descr="Contorno">
            <a:extLst>
              <a:ext uri="{FF2B5EF4-FFF2-40B4-BE49-F238E27FC236}">
                <a16:creationId xmlns:a16="http://schemas.microsoft.com/office/drawing/2014/main" id="{2D6C600F-3435-48C8-8DEE-D421C8C48FE3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9969602" y="545490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3958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Azul cálido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12</Words>
  <Application>Microsoft Office PowerPoint</Application>
  <PresentationFormat>Panorámica</PresentationFormat>
  <Paragraphs>9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Arial</vt:lpstr>
      <vt:lpstr>Bahnschrift Light SemiCondensed</vt:lpstr>
      <vt:lpstr>Bahnschrift SemiBold</vt:lpstr>
      <vt:lpstr>Bahnschrift SemiBold SemiConden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ICONOS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Miriam Garcia</dc:creator>
  <cp:lastModifiedBy>Miriam Garcia</cp:lastModifiedBy>
  <cp:revision>13</cp:revision>
  <dcterms:created xsi:type="dcterms:W3CDTF">2026-06-26T18:41:43Z</dcterms:created>
  <dcterms:modified xsi:type="dcterms:W3CDTF">2026-06-26T21:21:12Z</dcterms:modified>
</cp:coreProperties>
</file>